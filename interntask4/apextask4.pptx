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C0125-2333-47C9-8B13-3E80C9F69AD0}" v="37" dt="2026-06-02T09:39:08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vika moturi" userId="adc5efbfa8fe4cfd" providerId="LiveId" clId="{1F82A51C-4E8A-44C2-BF17-CE9FD5EB3537}"/>
    <pc:docChg chg="undo custSel addSld delSld modSld">
      <pc:chgData name="sathvika moturi" userId="adc5efbfa8fe4cfd" providerId="LiveId" clId="{1F82A51C-4E8A-44C2-BF17-CE9FD5EB3537}" dt="2026-06-02T09:41:17.021" v="441"/>
      <pc:docMkLst>
        <pc:docMk/>
      </pc:docMkLst>
      <pc:sldChg chg="addSp delSp modSp del mod chgLayout">
        <pc:chgData name="sathvika moturi" userId="adc5efbfa8fe4cfd" providerId="LiveId" clId="{1F82A51C-4E8A-44C2-BF17-CE9FD5EB3537}" dt="2026-06-02T09:14:48.851" v="1" actId="2696"/>
        <pc:sldMkLst>
          <pc:docMk/>
          <pc:sldMk cId="609252519" sldId="256"/>
        </pc:sldMkLst>
        <pc:spChg chg="del">
          <ac:chgData name="sathvika moturi" userId="adc5efbfa8fe4cfd" providerId="LiveId" clId="{1F82A51C-4E8A-44C2-BF17-CE9FD5EB3537}" dt="2026-06-02T09:14:25.835" v="0" actId="6264"/>
          <ac:spMkLst>
            <pc:docMk/>
            <pc:sldMk cId="609252519" sldId="256"/>
            <ac:spMk id="2" creationId="{59FEF210-421D-C5F6-9904-0C89A4712488}"/>
          </ac:spMkLst>
        </pc:spChg>
        <pc:spChg chg="del">
          <ac:chgData name="sathvika moturi" userId="adc5efbfa8fe4cfd" providerId="LiveId" clId="{1F82A51C-4E8A-44C2-BF17-CE9FD5EB3537}" dt="2026-06-02T09:14:25.835" v="0" actId="6264"/>
          <ac:spMkLst>
            <pc:docMk/>
            <pc:sldMk cId="609252519" sldId="256"/>
            <ac:spMk id="3" creationId="{EFB56B11-76FC-B5A8-35DB-0914D1F770C3}"/>
          </ac:spMkLst>
        </pc:spChg>
        <pc:spChg chg="add mod ord">
          <ac:chgData name="sathvika moturi" userId="adc5efbfa8fe4cfd" providerId="LiveId" clId="{1F82A51C-4E8A-44C2-BF17-CE9FD5EB3537}" dt="2026-06-02T09:14:25.835" v="0" actId="6264"/>
          <ac:spMkLst>
            <pc:docMk/>
            <pc:sldMk cId="609252519" sldId="256"/>
            <ac:spMk id="4" creationId="{99E1A501-5999-A76E-AFB0-B68077F27507}"/>
          </ac:spMkLst>
        </pc:spChg>
        <pc:spChg chg="add mod ord">
          <ac:chgData name="sathvika moturi" userId="adc5efbfa8fe4cfd" providerId="LiveId" clId="{1F82A51C-4E8A-44C2-BF17-CE9FD5EB3537}" dt="2026-06-02T09:14:25.835" v="0" actId="6264"/>
          <ac:spMkLst>
            <pc:docMk/>
            <pc:sldMk cId="609252519" sldId="256"/>
            <ac:spMk id="5" creationId="{6E5D0696-0B0C-2B06-DBC0-B982AF6D35CD}"/>
          </ac:spMkLst>
        </pc:spChg>
      </pc:sldChg>
      <pc:sldChg chg="del">
        <pc:chgData name="sathvika moturi" userId="adc5efbfa8fe4cfd" providerId="LiveId" clId="{1F82A51C-4E8A-44C2-BF17-CE9FD5EB3537}" dt="2026-06-02T09:15:06.332" v="3" actId="2696"/>
        <pc:sldMkLst>
          <pc:docMk/>
          <pc:sldMk cId="3143106534" sldId="257"/>
        </pc:sldMkLst>
      </pc:sldChg>
      <pc:sldChg chg="addSp delSp modSp new mod setBg addAnim delAnim">
        <pc:chgData name="sathvika moturi" userId="adc5efbfa8fe4cfd" providerId="LiveId" clId="{1F82A51C-4E8A-44C2-BF17-CE9FD5EB3537}" dt="2026-06-02T09:41:17.021" v="441"/>
        <pc:sldMkLst>
          <pc:docMk/>
          <pc:sldMk cId="2424384229" sldId="258"/>
        </pc:sldMkLst>
        <pc:spChg chg="mod">
          <ac:chgData name="sathvika moturi" userId="adc5efbfa8fe4cfd" providerId="LiveId" clId="{1F82A51C-4E8A-44C2-BF17-CE9FD5EB3537}" dt="2026-06-02T09:41:17.021" v="439" actId="26606"/>
          <ac:spMkLst>
            <pc:docMk/>
            <pc:sldMk cId="2424384229" sldId="258"/>
            <ac:spMk id="2" creationId="{50B63BFE-3A78-B4BB-7523-16B106922BFF}"/>
          </ac:spMkLst>
        </pc:spChg>
        <pc:spChg chg="mod">
          <ac:chgData name="sathvika moturi" userId="adc5efbfa8fe4cfd" providerId="LiveId" clId="{1F82A51C-4E8A-44C2-BF17-CE9FD5EB3537}" dt="2026-06-02T09:41:17.021" v="439" actId="26606"/>
          <ac:spMkLst>
            <pc:docMk/>
            <pc:sldMk cId="2424384229" sldId="258"/>
            <ac:spMk id="3" creationId="{ED82AD9D-69ED-7EA1-286D-80F1021E0BA3}"/>
          </ac:spMkLst>
        </pc:spChg>
        <pc:spChg chg="add del">
          <ac:chgData name="sathvika moturi" userId="adc5efbfa8fe4cfd" providerId="LiveId" clId="{1F82A51C-4E8A-44C2-BF17-CE9FD5EB3537}" dt="2026-06-02T09:41:12.410" v="436" actId="26606"/>
          <ac:spMkLst>
            <pc:docMk/>
            <pc:sldMk cId="2424384229" sldId="258"/>
            <ac:spMk id="8" creationId="{4E1BEB12-92AF-4445-98AD-4C7756E7C93B}"/>
          </ac:spMkLst>
        </pc:spChg>
        <pc:spChg chg="add del">
          <ac:chgData name="sathvika moturi" userId="adc5efbfa8fe4cfd" providerId="LiveId" clId="{1F82A51C-4E8A-44C2-BF17-CE9FD5EB3537}" dt="2026-06-02T09:41:17.004" v="438" actId="26606"/>
          <ac:spMkLst>
            <pc:docMk/>
            <pc:sldMk cId="2424384229" sldId="258"/>
            <ac:spMk id="9" creationId="{F3E416D2-D994-4F7A-8F62-B28B11BEBA65}"/>
          </ac:spMkLst>
        </pc:spChg>
        <pc:spChg chg="add del">
          <ac:chgData name="sathvika moturi" userId="adc5efbfa8fe4cfd" providerId="LiveId" clId="{1F82A51C-4E8A-44C2-BF17-CE9FD5EB3537}" dt="2026-06-02T09:41:12.410" v="436" actId="26606"/>
          <ac:spMkLst>
            <pc:docMk/>
            <pc:sldMk cId="2424384229" sldId="258"/>
            <ac:spMk id="10" creationId="{D0522C2C-7B5C-48A7-A969-03941E5D2E76}"/>
          </ac:spMkLst>
        </pc:spChg>
        <pc:spChg chg="add del">
          <ac:chgData name="sathvika moturi" userId="adc5efbfa8fe4cfd" providerId="LiveId" clId="{1F82A51C-4E8A-44C2-BF17-CE9FD5EB3537}" dt="2026-06-02T09:41:17.004" v="438" actId="26606"/>
          <ac:spMkLst>
            <pc:docMk/>
            <pc:sldMk cId="2424384229" sldId="258"/>
            <ac:spMk id="11" creationId="{FB27C166-470E-467E-9E9E-E235EEF3C01B}"/>
          </ac:spMkLst>
        </pc:spChg>
        <pc:spChg chg="add del">
          <ac:chgData name="sathvika moturi" userId="adc5efbfa8fe4cfd" providerId="LiveId" clId="{1F82A51C-4E8A-44C2-BF17-CE9FD5EB3537}" dt="2026-06-02T09:41:12.410" v="436" actId="26606"/>
          <ac:spMkLst>
            <pc:docMk/>
            <pc:sldMk cId="2424384229" sldId="258"/>
            <ac:spMk id="12" creationId="{9C682A1A-5B2D-4111-BBD6-620165633E5B}"/>
          </ac:spMkLst>
        </pc:spChg>
        <pc:spChg chg="add del">
          <ac:chgData name="sathvika moturi" userId="adc5efbfa8fe4cfd" providerId="LiveId" clId="{1F82A51C-4E8A-44C2-BF17-CE9FD5EB3537}" dt="2026-06-02T09:41:17.004" v="438" actId="26606"/>
          <ac:spMkLst>
            <pc:docMk/>
            <pc:sldMk cId="2424384229" sldId="258"/>
            <ac:spMk id="13" creationId="{673636C8-1392-483A-8A7A-CA259E806C54}"/>
          </ac:spMkLst>
        </pc:spChg>
        <pc:spChg chg="add del">
          <ac:chgData name="sathvika moturi" userId="adc5efbfa8fe4cfd" providerId="LiveId" clId="{1F82A51C-4E8A-44C2-BF17-CE9FD5EB3537}" dt="2026-06-02T09:41:12.410" v="436" actId="26606"/>
          <ac:spMkLst>
            <pc:docMk/>
            <pc:sldMk cId="2424384229" sldId="258"/>
            <ac:spMk id="14" creationId="{D6EE29F2-D77F-4BD0-A20B-334D316A1C9D}"/>
          </ac:spMkLst>
        </pc:spChg>
        <pc:spChg chg="add del">
          <ac:chgData name="sathvika moturi" userId="adc5efbfa8fe4cfd" providerId="LiveId" clId="{1F82A51C-4E8A-44C2-BF17-CE9FD5EB3537}" dt="2026-06-02T09:41:17.004" v="438" actId="26606"/>
          <ac:spMkLst>
            <pc:docMk/>
            <pc:sldMk cId="2424384229" sldId="258"/>
            <ac:spMk id="15" creationId="{7539A79B-DFBA-4781-B0DE-4044B072261B}"/>
          </ac:spMkLst>
        </pc:spChg>
        <pc:spChg chg="add del">
          <ac:chgData name="sathvika moturi" userId="adc5efbfa8fe4cfd" providerId="LiveId" clId="{1F82A51C-4E8A-44C2-BF17-CE9FD5EB3537}" dt="2026-06-02T09:41:12.410" v="436" actId="26606"/>
          <ac:spMkLst>
            <pc:docMk/>
            <pc:sldMk cId="2424384229" sldId="258"/>
            <ac:spMk id="16" creationId="{22D09ED2-868F-42C6-866E-F92E0CEF314F}"/>
          </ac:spMkLst>
        </pc:spChg>
        <pc:spChg chg="add">
          <ac:chgData name="sathvika moturi" userId="adc5efbfa8fe4cfd" providerId="LiveId" clId="{1F82A51C-4E8A-44C2-BF17-CE9FD5EB3537}" dt="2026-06-02T09:41:17.021" v="439" actId="26606"/>
          <ac:spMkLst>
            <pc:docMk/>
            <pc:sldMk cId="2424384229" sldId="258"/>
            <ac:spMk id="17" creationId="{D278ADA9-6383-4BDD-80D2-8899A402687B}"/>
          </ac:spMkLst>
        </pc:spChg>
        <pc:spChg chg="add">
          <ac:chgData name="sathvika moturi" userId="adc5efbfa8fe4cfd" providerId="LiveId" clId="{1F82A51C-4E8A-44C2-BF17-CE9FD5EB3537}" dt="2026-06-02T09:41:17.021" v="439" actId="26606"/>
          <ac:spMkLst>
            <pc:docMk/>
            <pc:sldMk cId="2424384229" sldId="258"/>
            <ac:spMk id="18" creationId="{6ED12BFC-A737-46AF-8411-481112D54B0C}"/>
          </ac:spMkLst>
        </pc:spChg>
        <pc:spChg chg="add">
          <ac:chgData name="sathvika moturi" userId="adc5efbfa8fe4cfd" providerId="LiveId" clId="{1F82A51C-4E8A-44C2-BF17-CE9FD5EB3537}" dt="2026-06-02T09:41:17.021" v="439" actId="26606"/>
          <ac:spMkLst>
            <pc:docMk/>
            <pc:sldMk cId="2424384229" sldId="258"/>
            <ac:spMk id="19" creationId="{484B7147-B0F6-40ED-B5A2-FF72BC8198B6}"/>
          </ac:spMkLst>
        </pc:spChg>
        <pc:spChg chg="add">
          <ac:chgData name="sathvika moturi" userId="adc5efbfa8fe4cfd" providerId="LiveId" clId="{1F82A51C-4E8A-44C2-BF17-CE9FD5EB3537}" dt="2026-06-02T09:41:17.021" v="439" actId="26606"/>
          <ac:spMkLst>
            <pc:docMk/>
            <pc:sldMk cId="2424384229" sldId="258"/>
            <ac:spMk id="20" creationId="{B36D2DE0-0628-4A9A-A59D-7BA8B5EB3022}"/>
          </ac:spMkLst>
        </pc:spChg>
        <pc:spChg chg="add">
          <ac:chgData name="sathvika moturi" userId="adc5efbfa8fe4cfd" providerId="LiveId" clId="{1F82A51C-4E8A-44C2-BF17-CE9FD5EB3537}" dt="2026-06-02T09:41:17.021" v="439" actId="26606"/>
          <ac:spMkLst>
            <pc:docMk/>
            <pc:sldMk cId="2424384229" sldId="258"/>
            <ac:spMk id="21" creationId="{48E405C9-94BE-41DA-928C-DEC9A8550E9F}"/>
          </ac:spMkLst>
        </pc:spChg>
        <pc:spChg chg="add">
          <ac:chgData name="sathvika moturi" userId="adc5efbfa8fe4cfd" providerId="LiveId" clId="{1F82A51C-4E8A-44C2-BF17-CE9FD5EB3537}" dt="2026-06-02T09:41:17.021" v="439" actId="26606"/>
          <ac:spMkLst>
            <pc:docMk/>
            <pc:sldMk cId="2424384229" sldId="258"/>
            <ac:spMk id="22" creationId="{D2091A72-D5BB-42AC-8FD3-F7747D90861E}"/>
          </ac:spMkLst>
        </pc:spChg>
        <pc:picChg chg="add del">
          <ac:chgData name="sathvika moturi" userId="adc5efbfa8fe4cfd" providerId="LiveId" clId="{1F82A51C-4E8A-44C2-BF17-CE9FD5EB3537}" dt="2026-06-02T09:41:17.004" v="438" actId="26606"/>
          <ac:picMkLst>
            <pc:docMk/>
            <pc:sldMk cId="2424384229" sldId="258"/>
            <ac:picMk id="5" creationId="{15F43E4B-7979-59F8-F407-AE544B5A3962}"/>
          </ac:picMkLst>
        </pc:picChg>
      </pc:sldChg>
      <pc:sldChg chg="addSp modSp new mod setBg">
        <pc:chgData name="sathvika moturi" userId="adc5efbfa8fe4cfd" providerId="LiveId" clId="{1F82A51C-4E8A-44C2-BF17-CE9FD5EB3537}" dt="2026-06-02T09:40:53.751" v="432" actId="26606"/>
        <pc:sldMkLst>
          <pc:docMk/>
          <pc:sldMk cId="860718255" sldId="259"/>
        </pc:sldMkLst>
        <pc:spChg chg="add mod ord">
          <ac:chgData name="sathvika moturi" userId="adc5efbfa8fe4cfd" providerId="LiveId" clId="{1F82A51C-4E8A-44C2-BF17-CE9FD5EB3537}" dt="2026-06-02T09:40:53.751" v="432" actId="26606"/>
          <ac:spMkLst>
            <pc:docMk/>
            <pc:sldMk cId="860718255" sldId="259"/>
            <ac:spMk id="2" creationId="{11BBA632-189C-FFB8-8604-984898781BD9}"/>
          </ac:spMkLst>
        </pc:spChg>
        <pc:spChg chg="add mod">
          <ac:chgData name="sathvika moturi" userId="adc5efbfa8fe4cfd" providerId="LiveId" clId="{1F82A51C-4E8A-44C2-BF17-CE9FD5EB3537}" dt="2026-06-02T09:40:53.751" v="432" actId="26606"/>
          <ac:spMkLst>
            <pc:docMk/>
            <pc:sldMk cId="860718255" sldId="259"/>
            <ac:spMk id="3" creationId="{BD4EAF4D-8D9A-29EB-A4F2-01EE42069EC8}"/>
          </ac:spMkLst>
        </pc:spChg>
        <pc:spChg chg="add">
          <ac:chgData name="sathvika moturi" userId="adc5efbfa8fe4cfd" providerId="LiveId" clId="{1F82A51C-4E8A-44C2-BF17-CE9FD5EB3537}" dt="2026-06-02T09:40:53.751" v="432" actId="26606"/>
          <ac:spMkLst>
            <pc:docMk/>
            <pc:sldMk cId="860718255" sldId="259"/>
            <ac:spMk id="8" creationId="{907EF6B7-1338-4443-8C46-6A318D952DFD}"/>
          </ac:spMkLst>
        </pc:spChg>
        <pc:spChg chg="add">
          <ac:chgData name="sathvika moturi" userId="adc5efbfa8fe4cfd" providerId="LiveId" clId="{1F82A51C-4E8A-44C2-BF17-CE9FD5EB3537}" dt="2026-06-02T09:40:53.751" v="432" actId="26606"/>
          <ac:spMkLst>
            <pc:docMk/>
            <pc:sldMk cId="860718255" sldId="259"/>
            <ac:spMk id="10" creationId="{DAAE4CDD-124C-4DCF-9584-B6033B545DD5}"/>
          </ac:spMkLst>
        </pc:spChg>
        <pc:spChg chg="add">
          <ac:chgData name="sathvika moturi" userId="adc5efbfa8fe4cfd" providerId="LiveId" clId="{1F82A51C-4E8A-44C2-BF17-CE9FD5EB3537}" dt="2026-06-02T09:40:53.751" v="432" actId="26606"/>
          <ac:spMkLst>
            <pc:docMk/>
            <pc:sldMk cId="860718255" sldId="259"/>
            <ac:spMk id="12" creationId="{081E4A58-353D-44AE-B2FC-2A74E2E400F7}"/>
          </ac:spMkLst>
        </pc:spChg>
      </pc:sldChg>
      <pc:sldChg chg="new del">
        <pc:chgData name="sathvika moturi" userId="adc5efbfa8fe4cfd" providerId="LiveId" clId="{1F82A51C-4E8A-44C2-BF17-CE9FD5EB3537}" dt="2026-06-02T09:22:42.816" v="106" actId="2696"/>
        <pc:sldMkLst>
          <pc:docMk/>
          <pc:sldMk cId="809557085" sldId="260"/>
        </pc:sldMkLst>
      </pc:sldChg>
      <pc:sldChg chg="addSp delSp modSp new mod setBg">
        <pc:chgData name="sathvika moturi" userId="adc5efbfa8fe4cfd" providerId="LiveId" clId="{1F82A51C-4E8A-44C2-BF17-CE9FD5EB3537}" dt="2026-06-02T09:40:42.923" v="431" actId="26606"/>
        <pc:sldMkLst>
          <pc:docMk/>
          <pc:sldMk cId="3676116877" sldId="260"/>
        </pc:sldMkLst>
        <pc:spChg chg="mod">
          <ac:chgData name="sathvika moturi" userId="adc5efbfa8fe4cfd" providerId="LiveId" clId="{1F82A51C-4E8A-44C2-BF17-CE9FD5EB3537}" dt="2026-06-02T09:40:42.923" v="431" actId="26606"/>
          <ac:spMkLst>
            <pc:docMk/>
            <pc:sldMk cId="3676116877" sldId="260"/>
            <ac:spMk id="2" creationId="{90898A4F-5DC4-7A9A-30FB-B3498CEDCB4F}"/>
          </ac:spMkLst>
        </pc:spChg>
        <pc:spChg chg="del">
          <ac:chgData name="sathvika moturi" userId="adc5efbfa8fe4cfd" providerId="LiveId" clId="{1F82A51C-4E8A-44C2-BF17-CE9FD5EB3537}" dt="2026-06-02T09:23:09.756" v="108" actId="931"/>
          <ac:spMkLst>
            <pc:docMk/>
            <pc:sldMk cId="3676116877" sldId="260"/>
            <ac:spMk id="3" creationId="{D69C5820-8C02-2FDE-4DB6-30B6058C4666}"/>
          </ac:spMkLst>
        </pc:spChg>
        <pc:spChg chg="mod ord">
          <ac:chgData name="sathvika moturi" userId="adc5efbfa8fe4cfd" providerId="LiveId" clId="{1F82A51C-4E8A-44C2-BF17-CE9FD5EB3537}" dt="2026-06-02T09:40:42.923" v="431" actId="26606"/>
          <ac:spMkLst>
            <pc:docMk/>
            <pc:sldMk cId="3676116877" sldId="260"/>
            <ac:spMk id="4" creationId="{DDAADACD-B32C-9FA3-3EEB-965756A658B6}"/>
          </ac:spMkLst>
        </pc:spChg>
        <pc:spChg chg="add del">
          <ac:chgData name="sathvika moturi" userId="adc5efbfa8fe4cfd" providerId="LiveId" clId="{1F82A51C-4E8A-44C2-BF17-CE9FD5EB3537}" dt="2026-06-02T09:32:26.022" v="287" actId="26606"/>
          <ac:spMkLst>
            <pc:docMk/>
            <pc:sldMk cId="3676116877" sldId="260"/>
            <ac:spMk id="11" creationId="{2B97F24A-32CE-4C1C-A50D-3016B394DCFB}"/>
          </ac:spMkLst>
        </pc:spChg>
        <pc:spChg chg="add del">
          <ac:chgData name="sathvika moturi" userId="adc5efbfa8fe4cfd" providerId="LiveId" clId="{1F82A51C-4E8A-44C2-BF17-CE9FD5EB3537}" dt="2026-06-02T09:32:26.022" v="287" actId="26606"/>
          <ac:spMkLst>
            <pc:docMk/>
            <pc:sldMk cId="3676116877" sldId="260"/>
            <ac:spMk id="13" creationId="{CD8B4F24-440B-49E9-B85D-733523DC064B}"/>
          </ac:spMkLst>
        </pc:spChg>
        <pc:spChg chg="add del">
          <ac:chgData name="sathvika moturi" userId="adc5efbfa8fe4cfd" providerId="LiveId" clId="{1F82A51C-4E8A-44C2-BF17-CE9FD5EB3537}" dt="2026-06-02T09:40:42.923" v="431" actId="26606"/>
          <ac:spMkLst>
            <pc:docMk/>
            <pc:sldMk cId="3676116877" sldId="260"/>
            <ac:spMk id="15" creationId="{2B97F24A-32CE-4C1C-A50D-3016B394DCFB}"/>
          </ac:spMkLst>
        </pc:spChg>
        <pc:spChg chg="add del">
          <ac:chgData name="sathvika moturi" userId="adc5efbfa8fe4cfd" providerId="LiveId" clId="{1F82A51C-4E8A-44C2-BF17-CE9FD5EB3537}" dt="2026-06-02T09:40:42.923" v="431" actId="26606"/>
          <ac:spMkLst>
            <pc:docMk/>
            <pc:sldMk cId="3676116877" sldId="260"/>
            <ac:spMk id="16" creationId="{6357EC4F-235E-4222-A36F-C7878ACE37F2}"/>
          </ac:spMkLst>
        </pc:spChg>
        <pc:spChg chg="add del">
          <ac:chgData name="sathvika moturi" userId="adc5efbfa8fe4cfd" providerId="LiveId" clId="{1F82A51C-4E8A-44C2-BF17-CE9FD5EB3537}" dt="2026-06-02T09:40:38.339" v="428" actId="26606"/>
          <ac:spMkLst>
            <pc:docMk/>
            <pc:sldMk cId="3676116877" sldId="260"/>
            <ac:spMk id="21" creationId="{4AC6B390-BC59-4F1D-A0EE-D71A92F0A0B2}"/>
          </ac:spMkLst>
        </pc:spChg>
        <pc:spChg chg="add del">
          <ac:chgData name="sathvika moturi" userId="adc5efbfa8fe4cfd" providerId="LiveId" clId="{1F82A51C-4E8A-44C2-BF17-CE9FD5EB3537}" dt="2026-06-02T09:40:38.339" v="428" actId="26606"/>
          <ac:spMkLst>
            <pc:docMk/>
            <pc:sldMk cId="3676116877" sldId="260"/>
            <ac:spMk id="23" creationId="{B6C60D79-16F1-4C4B-B7E3-7634E7069CDE}"/>
          </ac:spMkLst>
        </pc:spChg>
        <pc:spChg chg="add del">
          <ac:chgData name="sathvika moturi" userId="adc5efbfa8fe4cfd" providerId="LiveId" clId="{1F82A51C-4E8A-44C2-BF17-CE9FD5EB3537}" dt="2026-06-02T09:40:38.339" v="428" actId="26606"/>
          <ac:spMkLst>
            <pc:docMk/>
            <pc:sldMk cId="3676116877" sldId="260"/>
            <ac:spMk id="25" creationId="{426B127E-6498-4C77-9C9D-4553A5113B80}"/>
          </ac:spMkLst>
        </pc:spChg>
        <pc:spChg chg="add del">
          <ac:chgData name="sathvika moturi" userId="adc5efbfa8fe4cfd" providerId="LiveId" clId="{1F82A51C-4E8A-44C2-BF17-CE9FD5EB3537}" dt="2026-06-02T09:40:42.907" v="430" actId="26606"/>
          <ac:spMkLst>
            <pc:docMk/>
            <pc:sldMk cId="3676116877" sldId="260"/>
            <ac:spMk id="27" creationId="{2EB492CD-616E-47F8-933B-5E2D952A0593}"/>
          </ac:spMkLst>
        </pc:spChg>
        <pc:spChg chg="add del">
          <ac:chgData name="sathvika moturi" userId="adc5efbfa8fe4cfd" providerId="LiveId" clId="{1F82A51C-4E8A-44C2-BF17-CE9FD5EB3537}" dt="2026-06-02T09:40:42.907" v="430" actId="26606"/>
          <ac:spMkLst>
            <pc:docMk/>
            <pc:sldMk cId="3676116877" sldId="260"/>
            <ac:spMk id="28" creationId="{59383CF9-23B5-4335-9B21-1791C4CF1C75}"/>
          </ac:spMkLst>
        </pc:spChg>
        <pc:spChg chg="add del">
          <ac:chgData name="sathvika moturi" userId="adc5efbfa8fe4cfd" providerId="LiveId" clId="{1F82A51C-4E8A-44C2-BF17-CE9FD5EB3537}" dt="2026-06-02T09:40:42.907" v="430" actId="26606"/>
          <ac:spMkLst>
            <pc:docMk/>
            <pc:sldMk cId="3676116877" sldId="260"/>
            <ac:spMk id="29" creationId="{0007FE00-9498-4706-B255-6437B0252C02}"/>
          </ac:spMkLst>
        </pc:spChg>
        <pc:spChg chg="add">
          <ac:chgData name="sathvika moturi" userId="adc5efbfa8fe4cfd" providerId="LiveId" clId="{1F82A51C-4E8A-44C2-BF17-CE9FD5EB3537}" dt="2026-06-02T09:40:42.923" v="431" actId="26606"/>
          <ac:spMkLst>
            <pc:docMk/>
            <pc:sldMk cId="3676116877" sldId="260"/>
            <ac:spMk id="31" creationId="{9A724DBA-D2D9-471E-8ED7-2015DDD950DF}"/>
          </ac:spMkLst>
        </pc:spChg>
        <pc:spChg chg="add">
          <ac:chgData name="sathvika moturi" userId="adc5efbfa8fe4cfd" providerId="LiveId" clId="{1F82A51C-4E8A-44C2-BF17-CE9FD5EB3537}" dt="2026-06-02T09:40:42.923" v="431" actId="26606"/>
          <ac:spMkLst>
            <pc:docMk/>
            <pc:sldMk cId="3676116877" sldId="260"/>
            <ac:spMk id="32" creationId="{08980754-6F4B-43C9-B9BE-127B6BED6586}"/>
          </ac:spMkLst>
        </pc:spChg>
        <pc:spChg chg="add">
          <ac:chgData name="sathvika moturi" userId="adc5efbfa8fe4cfd" providerId="LiveId" clId="{1F82A51C-4E8A-44C2-BF17-CE9FD5EB3537}" dt="2026-06-02T09:40:42.923" v="431" actId="26606"/>
          <ac:spMkLst>
            <pc:docMk/>
            <pc:sldMk cId="3676116877" sldId="260"/>
            <ac:spMk id="33" creationId="{2C1BBA94-3F40-40AA-8BB9-E69E25E537C1}"/>
          </ac:spMkLst>
        </pc:spChg>
        <pc:spChg chg="add">
          <ac:chgData name="sathvika moturi" userId="adc5efbfa8fe4cfd" providerId="LiveId" clId="{1F82A51C-4E8A-44C2-BF17-CE9FD5EB3537}" dt="2026-06-02T09:40:42.923" v="431" actId="26606"/>
          <ac:spMkLst>
            <pc:docMk/>
            <pc:sldMk cId="3676116877" sldId="260"/>
            <ac:spMk id="34" creationId="{169CC832-2974-4E8D-90ED-3E2941BA7336}"/>
          </ac:spMkLst>
        </pc:spChg>
        <pc:spChg chg="add">
          <ac:chgData name="sathvika moturi" userId="adc5efbfa8fe4cfd" providerId="LiveId" clId="{1F82A51C-4E8A-44C2-BF17-CE9FD5EB3537}" dt="2026-06-02T09:40:42.923" v="431" actId="26606"/>
          <ac:spMkLst>
            <pc:docMk/>
            <pc:sldMk cId="3676116877" sldId="260"/>
            <ac:spMk id="35" creationId="{55222F96-971A-4F90-B841-6BAB416C7AC1}"/>
          </ac:spMkLst>
        </pc:spChg>
        <pc:picChg chg="add mod ord">
          <ac:chgData name="sathvika moturi" userId="adc5efbfa8fe4cfd" providerId="LiveId" clId="{1F82A51C-4E8A-44C2-BF17-CE9FD5EB3537}" dt="2026-06-02T09:40:42.923" v="431" actId="26606"/>
          <ac:picMkLst>
            <pc:docMk/>
            <pc:sldMk cId="3676116877" sldId="260"/>
            <ac:picMk id="6" creationId="{8AA5FC5B-CCE4-1F69-AF27-637914C2F005}"/>
          </ac:picMkLst>
        </pc:picChg>
      </pc:sldChg>
      <pc:sldChg chg="addSp delSp modSp new mod setBg">
        <pc:chgData name="sathvika moturi" userId="adc5efbfa8fe4cfd" providerId="LiveId" clId="{1F82A51C-4E8A-44C2-BF17-CE9FD5EB3537}" dt="2026-06-02T09:40:25.573" v="426" actId="26606"/>
        <pc:sldMkLst>
          <pc:docMk/>
          <pc:sldMk cId="3851865006" sldId="261"/>
        </pc:sldMkLst>
        <pc:spChg chg="mod">
          <ac:chgData name="sathvika moturi" userId="adc5efbfa8fe4cfd" providerId="LiveId" clId="{1F82A51C-4E8A-44C2-BF17-CE9FD5EB3537}" dt="2026-06-02T09:40:25.573" v="426" actId="26606"/>
          <ac:spMkLst>
            <pc:docMk/>
            <pc:sldMk cId="3851865006" sldId="261"/>
            <ac:spMk id="2" creationId="{5D710B07-CEA2-657C-53CA-81D1F72165FF}"/>
          </ac:spMkLst>
        </pc:spChg>
        <pc:spChg chg="del">
          <ac:chgData name="sathvika moturi" userId="adc5efbfa8fe4cfd" providerId="LiveId" clId="{1F82A51C-4E8A-44C2-BF17-CE9FD5EB3537}" dt="2026-06-02T09:26:37.124" v="247"/>
          <ac:spMkLst>
            <pc:docMk/>
            <pc:sldMk cId="3851865006" sldId="261"/>
            <ac:spMk id="3" creationId="{250DCBD7-ED08-AACC-45E4-BFBF4F70B135}"/>
          </ac:spMkLst>
        </pc:spChg>
        <pc:spChg chg="mod ord">
          <ac:chgData name="sathvika moturi" userId="adc5efbfa8fe4cfd" providerId="LiveId" clId="{1F82A51C-4E8A-44C2-BF17-CE9FD5EB3537}" dt="2026-06-02T09:40:25.573" v="426" actId="26606"/>
          <ac:spMkLst>
            <pc:docMk/>
            <pc:sldMk cId="3851865006" sldId="261"/>
            <ac:spMk id="4" creationId="{3238EBDF-7251-5A96-BED5-6C2CE44BD4C5}"/>
          </ac:spMkLst>
        </pc:spChg>
        <pc:spChg chg="add del">
          <ac:chgData name="sathvika moturi" userId="adc5efbfa8fe4cfd" providerId="LiveId" clId="{1F82A51C-4E8A-44C2-BF17-CE9FD5EB3537}" dt="2026-06-02T09:40:25.573" v="426" actId="26606"/>
          <ac:spMkLst>
            <pc:docMk/>
            <pc:sldMk cId="3851865006" sldId="261"/>
            <ac:spMk id="10" creationId="{2B97F24A-32CE-4C1C-A50D-3016B394DCFB}"/>
          </ac:spMkLst>
        </pc:spChg>
        <pc:spChg chg="add del">
          <ac:chgData name="sathvika moturi" userId="adc5efbfa8fe4cfd" providerId="LiveId" clId="{1F82A51C-4E8A-44C2-BF17-CE9FD5EB3537}" dt="2026-06-02T09:40:25.573" v="426" actId="26606"/>
          <ac:spMkLst>
            <pc:docMk/>
            <pc:sldMk cId="3851865006" sldId="261"/>
            <ac:spMk id="12" creationId="{CD8B4F24-440B-49E9-B85D-733523DC064B}"/>
          </ac:spMkLst>
        </pc:spChg>
        <pc:spChg chg="add">
          <ac:chgData name="sathvika moturi" userId="adc5efbfa8fe4cfd" providerId="LiveId" clId="{1F82A51C-4E8A-44C2-BF17-CE9FD5EB3537}" dt="2026-06-02T09:40:25.573" v="426" actId="26606"/>
          <ac:spMkLst>
            <pc:docMk/>
            <pc:sldMk cId="3851865006" sldId="261"/>
            <ac:spMk id="17" creationId="{2EB492CD-616E-47F8-933B-5E2D952A0593}"/>
          </ac:spMkLst>
        </pc:spChg>
        <pc:spChg chg="add">
          <ac:chgData name="sathvika moturi" userId="adc5efbfa8fe4cfd" providerId="LiveId" clId="{1F82A51C-4E8A-44C2-BF17-CE9FD5EB3537}" dt="2026-06-02T09:40:25.573" v="426" actId="26606"/>
          <ac:spMkLst>
            <pc:docMk/>
            <pc:sldMk cId="3851865006" sldId="261"/>
            <ac:spMk id="19" creationId="{59383CF9-23B5-4335-9B21-1791C4CF1C75}"/>
          </ac:spMkLst>
        </pc:spChg>
        <pc:spChg chg="add">
          <ac:chgData name="sathvika moturi" userId="adc5efbfa8fe4cfd" providerId="LiveId" clId="{1F82A51C-4E8A-44C2-BF17-CE9FD5EB3537}" dt="2026-06-02T09:40:25.573" v="426" actId="26606"/>
          <ac:spMkLst>
            <pc:docMk/>
            <pc:sldMk cId="3851865006" sldId="261"/>
            <ac:spMk id="21" creationId="{0007FE00-9498-4706-B255-6437B0252C02}"/>
          </ac:spMkLst>
        </pc:spChg>
        <pc:picChg chg="add mod">
          <ac:chgData name="sathvika moturi" userId="adc5efbfa8fe4cfd" providerId="LiveId" clId="{1F82A51C-4E8A-44C2-BF17-CE9FD5EB3537}" dt="2026-06-02T09:40:25.573" v="426" actId="26606"/>
          <ac:picMkLst>
            <pc:docMk/>
            <pc:sldMk cId="3851865006" sldId="261"/>
            <ac:picMk id="5" creationId="{02523E31-6227-4E83-B300-15339A6E3AB0}"/>
          </ac:picMkLst>
        </pc:picChg>
      </pc:sldChg>
      <pc:sldChg chg="addSp delSp modSp new mod setBg">
        <pc:chgData name="sathvika moturi" userId="adc5efbfa8fe4cfd" providerId="LiveId" clId="{1F82A51C-4E8A-44C2-BF17-CE9FD5EB3537}" dt="2026-06-02T09:40:17.573" v="425" actId="26606"/>
        <pc:sldMkLst>
          <pc:docMk/>
          <pc:sldMk cId="598817661" sldId="262"/>
        </pc:sldMkLst>
        <pc:spChg chg="mod">
          <ac:chgData name="sathvika moturi" userId="adc5efbfa8fe4cfd" providerId="LiveId" clId="{1F82A51C-4E8A-44C2-BF17-CE9FD5EB3537}" dt="2026-06-02T09:40:17.573" v="425" actId="26606"/>
          <ac:spMkLst>
            <pc:docMk/>
            <pc:sldMk cId="598817661" sldId="262"/>
            <ac:spMk id="2" creationId="{C36BA369-8013-0054-74B4-B01CEA750869}"/>
          </ac:spMkLst>
        </pc:spChg>
        <pc:spChg chg="del">
          <ac:chgData name="sathvika moturi" userId="adc5efbfa8fe4cfd" providerId="LiveId" clId="{1F82A51C-4E8A-44C2-BF17-CE9FD5EB3537}" dt="2026-06-02T09:28:14.434" v="256"/>
          <ac:spMkLst>
            <pc:docMk/>
            <pc:sldMk cId="598817661" sldId="262"/>
            <ac:spMk id="3" creationId="{33DC0EE1-405F-7C37-B9E1-38D83EC561BD}"/>
          </ac:spMkLst>
        </pc:spChg>
        <pc:spChg chg="mod ord">
          <ac:chgData name="sathvika moturi" userId="adc5efbfa8fe4cfd" providerId="LiveId" clId="{1F82A51C-4E8A-44C2-BF17-CE9FD5EB3537}" dt="2026-06-02T09:40:17.573" v="425" actId="26606"/>
          <ac:spMkLst>
            <pc:docMk/>
            <pc:sldMk cId="598817661" sldId="262"/>
            <ac:spMk id="4" creationId="{BF46A9C7-60AD-BA3A-5454-982C70710E83}"/>
          </ac:spMkLst>
        </pc:spChg>
        <pc:spChg chg="add del mod">
          <ac:chgData name="sathvika moturi" userId="adc5efbfa8fe4cfd" providerId="LiveId" clId="{1F82A51C-4E8A-44C2-BF17-CE9FD5EB3537}" dt="2026-06-02T09:27:36.401" v="253" actId="478"/>
          <ac:spMkLst>
            <pc:docMk/>
            <pc:sldMk cId="598817661" sldId="262"/>
            <ac:spMk id="6" creationId="{B48C2A5D-1021-AFD5-44F4-B6BECDC4F6DC}"/>
          </ac:spMkLst>
        </pc:spChg>
        <pc:spChg chg="add del">
          <ac:chgData name="sathvika moturi" userId="adc5efbfa8fe4cfd" providerId="LiveId" clId="{1F82A51C-4E8A-44C2-BF17-CE9FD5EB3537}" dt="2026-06-02T09:40:17.573" v="425" actId="26606"/>
          <ac:spMkLst>
            <pc:docMk/>
            <pc:sldMk cId="598817661" sldId="262"/>
            <ac:spMk id="12" creationId="{2B97F24A-32CE-4C1C-A50D-3016B394DCFB}"/>
          </ac:spMkLst>
        </pc:spChg>
        <pc:spChg chg="add del">
          <ac:chgData name="sathvika moturi" userId="adc5efbfa8fe4cfd" providerId="LiveId" clId="{1F82A51C-4E8A-44C2-BF17-CE9FD5EB3537}" dt="2026-06-02T09:40:17.573" v="425" actId="26606"/>
          <ac:spMkLst>
            <pc:docMk/>
            <pc:sldMk cId="598817661" sldId="262"/>
            <ac:spMk id="14" creationId="{CD8B4F24-440B-49E9-B85D-733523DC064B}"/>
          </ac:spMkLst>
        </pc:spChg>
        <pc:spChg chg="add">
          <ac:chgData name="sathvika moturi" userId="adc5efbfa8fe4cfd" providerId="LiveId" clId="{1F82A51C-4E8A-44C2-BF17-CE9FD5EB3537}" dt="2026-06-02T09:40:17.573" v="425" actId="26606"/>
          <ac:spMkLst>
            <pc:docMk/>
            <pc:sldMk cId="598817661" sldId="262"/>
            <ac:spMk id="19" creationId="{2EB492CD-616E-47F8-933B-5E2D952A0593}"/>
          </ac:spMkLst>
        </pc:spChg>
        <pc:spChg chg="add">
          <ac:chgData name="sathvika moturi" userId="adc5efbfa8fe4cfd" providerId="LiveId" clId="{1F82A51C-4E8A-44C2-BF17-CE9FD5EB3537}" dt="2026-06-02T09:40:17.573" v="425" actId="26606"/>
          <ac:spMkLst>
            <pc:docMk/>
            <pc:sldMk cId="598817661" sldId="262"/>
            <ac:spMk id="21" creationId="{59383CF9-23B5-4335-9B21-1791C4CF1C75}"/>
          </ac:spMkLst>
        </pc:spChg>
        <pc:spChg chg="add">
          <ac:chgData name="sathvika moturi" userId="adc5efbfa8fe4cfd" providerId="LiveId" clId="{1F82A51C-4E8A-44C2-BF17-CE9FD5EB3537}" dt="2026-06-02T09:40:17.573" v="425" actId="26606"/>
          <ac:spMkLst>
            <pc:docMk/>
            <pc:sldMk cId="598817661" sldId="262"/>
            <ac:spMk id="23" creationId="{0007FE00-9498-4706-B255-6437B0252C02}"/>
          </ac:spMkLst>
        </pc:spChg>
        <pc:picChg chg="add mod">
          <ac:chgData name="sathvika moturi" userId="adc5efbfa8fe4cfd" providerId="LiveId" clId="{1F82A51C-4E8A-44C2-BF17-CE9FD5EB3537}" dt="2026-06-02T09:40:17.573" v="425" actId="26606"/>
          <ac:picMkLst>
            <pc:docMk/>
            <pc:sldMk cId="598817661" sldId="262"/>
            <ac:picMk id="7" creationId="{6B1A4500-C89B-4A76-A0FD-F88EA2F87F6D}"/>
          </ac:picMkLst>
        </pc:picChg>
      </pc:sldChg>
      <pc:sldChg chg="addSp delSp modSp new mod">
        <pc:chgData name="sathvika moturi" userId="adc5efbfa8fe4cfd" providerId="LiveId" clId="{1F82A51C-4E8A-44C2-BF17-CE9FD5EB3537}" dt="2026-06-02T09:30:47.042" v="275"/>
        <pc:sldMkLst>
          <pc:docMk/>
          <pc:sldMk cId="1217039082" sldId="263"/>
        </pc:sldMkLst>
        <pc:spChg chg="mod">
          <ac:chgData name="sathvika moturi" userId="adc5efbfa8fe4cfd" providerId="LiveId" clId="{1F82A51C-4E8A-44C2-BF17-CE9FD5EB3537}" dt="2026-06-02T09:28:53.140" v="259"/>
          <ac:spMkLst>
            <pc:docMk/>
            <pc:sldMk cId="1217039082" sldId="263"/>
            <ac:spMk id="2" creationId="{44322CFE-8CF8-A23F-6322-46A3C17C5E10}"/>
          </ac:spMkLst>
        </pc:spChg>
        <pc:spChg chg="del">
          <ac:chgData name="sathvika moturi" userId="adc5efbfa8fe4cfd" providerId="LiveId" clId="{1F82A51C-4E8A-44C2-BF17-CE9FD5EB3537}" dt="2026-06-02T09:28:33.657" v="258"/>
          <ac:spMkLst>
            <pc:docMk/>
            <pc:sldMk cId="1217039082" sldId="263"/>
            <ac:spMk id="3" creationId="{1646F093-DCC3-CB44-C26E-FA1C02930B91}"/>
          </ac:spMkLst>
        </pc:spChg>
        <pc:spChg chg="mod">
          <ac:chgData name="sathvika moturi" userId="adc5efbfa8fe4cfd" providerId="LiveId" clId="{1F82A51C-4E8A-44C2-BF17-CE9FD5EB3537}" dt="2026-06-02T09:30:16.254" v="273" actId="255"/>
          <ac:spMkLst>
            <pc:docMk/>
            <pc:sldMk cId="1217039082" sldId="263"/>
            <ac:spMk id="4" creationId="{97CC54F4-2F48-701C-F741-F193D8491C3D}"/>
          </ac:spMkLst>
        </pc:spChg>
        <pc:spChg chg="add mod">
          <ac:chgData name="sathvika moturi" userId="adc5efbfa8fe4cfd" providerId="LiveId" clId="{1F82A51C-4E8A-44C2-BF17-CE9FD5EB3537}" dt="2026-06-02T09:30:47.042" v="275"/>
          <ac:spMkLst>
            <pc:docMk/>
            <pc:sldMk cId="1217039082" sldId="263"/>
            <ac:spMk id="7" creationId="{8F0FBAB2-B50C-DBE8-4C2C-7CCBF2E89D27}"/>
          </ac:spMkLst>
        </pc:spChg>
        <pc:graphicFrameChg chg="add mod modGraphic">
          <ac:chgData name="sathvika moturi" userId="adc5efbfa8fe4cfd" providerId="LiveId" clId="{1F82A51C-4E8A-44C2-BF17-CE9FD5EB3537}" dt="2026-06-02T09:29:51.417" v="270" actId="14100"/>
          <ac:graphicFrameMkLst>
            <pc:docMk/>
            <pc:sldMk cId="1217039082" sldId="263"/>
            <ac:graphicFrameMk id="6" creationId="{554FED1C-E357-BEF4-FD05-524D4014FAF0}"/>
          </ac:graphicFrameMkLst>
        </pc:graphicFrameChg>
        <pc:picChg chg="add mod">
          <ac:chgData name="sathvika moturi" userId="adc5efbfa8fe4cfd" providerId="LiveId" clId="{1F82A51C-4E8A-44C2-BF17-CE9FD5EB3537}" dt="2026-06-02T09:28:33.657" v="258"/>
          <ac:picMkLst>
            <pc:docMk/>
            <pc:sldMk cId="1217039082" sldId="263"/>
            <ac:picMk id="5" creationId="{523DA73C-D59D-4C8F-B8D2-F3892C7FE816}"/>
          </ac:picMkLst>
        </pc:picChg>
      </pc:sldChg>
      <pc:sldChg chg="addSp delSp modSp new mod setBg">
        <pc:chgData name="sathvika moturi" userId="adc5efbfa8fe4cfd" providerId="LiveId" clId="{1F82A51C-4E8A-44C2-BF17-CE9FD5EB3537}" dt="2026-06-02T09:32:50.096" v="289" actId="26606"/>
        <pc:sldMkLst>
          <pc:docMk/>
          <pc:sldMk cId="3741890395" sldId="264"/>
        </pc:sldMkLst>
        <pc:spChg chg="mod">
          <ac:chgData name="sathvika moturi" userId="adc5efbfa8fe4cfd" providerId="LiveId" clId="{1F82A51C-4E8A-44C2-BF17-CE9FD5EB3537}" dt="2026-06-02T09:32:50.096" v="289" actId="26606"/>
          <ac:spMkLst>
            <pc:docMk/>
            <pc:sldMk cId="3741890395" sldId="264"/>
            <ac:spMk id="2" creationId="{B24A2394-499E-C0CD-47DF-85DE79EB9CCE}"/>
          </ac:spMkLst>
        </pc:spChg>
        <pc:spChg chg="del">
          <ac:chgData name="sathvika moturi" userId="adc5efbfa8fe4cfd" providerId="LiveId" clId="{1F82A51C-4E8A-44C2-BF17-CE9FD5EB3537}" dt="2026-06-02T09:31:46.371" v="280"/>
          <ac:spMkLst>
            <pc:docMk/>
            <pc:sldMk cId="3741890395" sldId="264"/>
            <ac:spMk id="3" creationId="{E5E25006-73BB-3DA7-7847-D3CCBF9B4BB4}"/>
          </ac:spMkLst>
        </pc:spChg>
        <pc:spChg chg="mod">
          <ac:chgData name="sathvika moturi" userId="adc5efbfa8fe4cfd" providerId="LiveId" clId="{1F82A51C-4E8A-44C2-BF17-CE9FD5EB3537}" dt="2026-06-02T09:32:50.096" v="289" actId="26606"/>
          <ac:spMkLst>
            <pc:docMk/>
            <pc:sldMk cId="3741890395" sldId="264"/>
            <ac:spMk id="4" creationId="{CD1DD588-4DF6-375D-DE9E-4366002AE391}"/>
          </ac:spMkLst>
        </pc:spChg>
        <pc:spChg chg="add del">
          <ac:chgData name="sathvika moturi" userId="adc5efbfa8fe4cfd" providerId="LiveId" clId="{1F82A51C-4E8A-44C2-BF17-CE9FD5EB3537}" dt="2026-06-02T09:31:54.267" v="282" actId="26606"/>
          <ac:spMkLst>
            <pc:docMk/>
            <pc:sldMk cId="3741890395" sldId="264"/>
            <ac:spMk id="10" creationId="{2B97F24A-32CE-4C1C-A50D-3016B394DCFB}"/>
          </ac:spMkLst>
        </pc:spChg>
        <pc:spChg chg="add del">
          <ac:chgData name="sathvika moturi" userId="adc5efbfa8fe4cfd" providerId="LiveId" clId="{1F82A51C-4E8A-44C2-BF17-CE9FD5EB3537}" dt="2026-06-02T09:31:54.267" v="282" actId="26606"/>
          <ac:spMkLst>
            <pc:docMk/>
            <pc:sldMk cId="3741890395" sldId="264"/>
            <ac:spMk id="12" creationId="{CD8B4F24-440B-49E9-B85D-733523DC064B}"/>
          </ac:spMkLst>
        </pc:spChg>
        <pc:spChg chg="add del">
          <ac:chgData name="sathvika moturi" userId="adc5efbfa8fe4cfd" providerId="LiveId" clId="{1F82A51C-4E8A-44C2-BF17-CE9FD5EB3537}" dt="2026-06-02T09:32:50.096" v="289" actId="26606"/>
          <ac:spMkLst>
            <pc:docMk/>
            <pc:sldMk cId="3741890395" sldId="264"/>
            <ac:spMk id="14" creationId="{F13C74B1-5B17-4795-BED0-7140497B445A}"/>
          </ac:spMkLst>
        </pc:spChg>
        <pc:spChg chg="add del">
          <ac:chgData name="sathvika moturi" userId="adc5efbfa8fe4cfd" providerId="LiveId" clId="{1F82A51C-4E8A-44C2-BF17-CE9FD5EB3537}" dt="2026-06-02T09:32:50.096" v="289" actId="26606"/>
          <ac:spMkLst>
            <pc:docMk/>
            <pc:sldMk cId="3741890395" sldId="264"/>
            <ac:spMk id="15" creationId="{D4974D33-8DC5-464E-8C6D-BE58F0669C17}"/>
          </ac:spMkLst>
        </pc:spChg>
        <pc:spChg chg="add">
          <ac:chgData name="sathvika moturi" userId="adc5efbfa8fe4cfd" providerId="LiveId" clId="{1F82A51C-4E8A-44C2-BF17-CE9FD5EB3537}" dt="2026-06-02T09:32:50.096" v="289" actId="26606"/>
          <ac:spMkLst>
            <pc:docMk/>
            <pc:sldMk cId="3741890395" sldId="264"/>
            <ac:spMk id="20" creationId="{2B97F24A-32CE-4C1C-A50D-3016B394DCFB}"/>
          </ac:spMkLst>
        </pc:spChg>
        <pc:spChg chg="add">
          <ac:chgData name="sathvika moturi" userId="adc5efbfa8fe4cfd" providerId="LiveId" clId="{1F82A51C-4E8A-44C2-BF17-CE9FD5EB3537}" dt="2026-06-02T09:32:50.096" v="289" actId="26606"/>
          <ac:spMkLst>
            <pc:docMk/>
            <pc:sldMk cId="3741890395" sldId="264"/>
            <ac:spMk id="22" creationId="{CD8B4F24-440B-49E9-B85D-733523DC064B}"/>
          </ac:spMkLst>
        </pc:spChg>
        <pc:picChg chg="add mod">
          <ac:chgData name="sathvika moturi" userId="adc5efbfa8fe4cfd" providerId="LiveId" clId="{1F82A51C-4E8A-44C2-BF17-CE9FD5EB3537}" dt="2026-06-02T09:32:50.096" v="289" actId="26606"/>
          <ac:picMkLst>
            <pc:docMk/>
            <pc:sldMk cId="3741890395" sldId="264"/>
            <ac:picMk id="5" creationId="{6F9115C4-9545-419F-88D8-A1CB08AB8578}"/>
          </ac:picMkLst>
        </pc:picChg>
      </pc:sldChg>
      <pc:sldChg chg="addSp delSp modSp new mod setBg setClrOvrMap">
        <pc:chgData name="sathvika moturi" userId="adc5efbfa8fe4cfd" providerId="LiveId" clId="{1F82A51C-4E8A-44C2-BF17-CE9FD5EB3537}" dt="2026-06-02T09:39:53.818" v="424" actId="26606"/>
        <pc:sldMkLst>
          <pc:docMk/>
          <pc:sldMk cId="4265896321" sldId="265"/>
        </pc:sldMkLst>
        <pc:spChg chg="mod">
          <ac:chgData name="sathvika moturi" userId="adc5efbfa8fe4cfd" providerId="LiveId" clId="{1F82A51C-4E8A-44C2-BF17-CE9FD5EB3537}" dt="2026-06-02T09:39:53.818" v="424" actId="26606"/>
          <ac:spMkLst>
            <pc:docMk/>
            <pc:sldMk cId="4265896321" sldId="265"/>
            <ac:spMk id="2" creationId="{2B6571BA-09CA-1F3A-2B27-B5C186E454D9}"/>
          </ac:spMkLst>
        </pc:spChg>
        <pc:spChg chg="mod">
          <ac:chgData name="sathvika moturi" userId="adc5efbfa8fe4cfd" providerId="LiveId" clId="{1F82A51C-4E8A-44C2-BF17-CE9FD5EB3537}" dt="2026-06-02T09:39:53.818" v="424" actId="26606"/>
          <ac:spMkLst>
            <pc:docMk/>
            <pc:sldMk cId="4265896321" sldId="265"/>
            <ac:spMk id="3" creationId="{67FD6641-9CCD-A1A9-E114-E19A5C313F23}"/>
          </ac:spMkLst>
        </pc:spChg>
        <pc:spChg chg="mod">
          <ac:chgData name="sathvika moturi" userId="adc5efbfa8fe4cfd" providerId="LiveId" clId="{1F82A51C-4E8A-44C2-BF17-CE9FD5EB3537}" dt="2026-06-02T09:39:53.818" v="424" actId="26606"/>
          <ac:spMkLst>
            <pc:docMk/>
            <pc:sldMk cId="4265896321" sldId="265"/>
            <ac:spMk id="4" creationId="{85074CE3-9B7F-F815-757C-99013761E06E}"/>
          </ac:spMkLst>
        </pc:spChg>
        <pc:spChg chg="add del">
          <ac:chgData name="sathvika moturi" userId="adc5efbfa8fe4cfd" providerId="LiveId" clId="{1F82A51C-4E8A-44C2-BF17-CE9FD5EB3537}" dt="2026-06-02T09:34:57.470" v="296" actId="26606"/>
          <ac:spMkLst>
            <pc:docMk/>
            <pc:sldMk cId="4265896321" sldId="265"/>
            <ac:spMk id="9" creationId="{1E214AA7-F028-4A0D-8698-61AEC754D1BC}"/>
          </ac:spMkLst>
        </pc:spChg>
        <pc:spChg chg="add del">
          <ac:chgData name="sathvika moturi" userId="adc5efbfa8fe4cfd" providerId="LiveId" clId="{1F82A51C-4E8A-44C2-BF17-CE9FD5EB3537}" dt="2026-06-02T09:39:53.818" v="424" actId="26606"/>
          <ac:spMkLst>
            <pc:docMk/>
            <pc:sldMk cId="4265896321" sldId="265"/>
            <ac:spMk id="16" creationId="{4C608BEB-860E-4094-8511-78603564A75E}"/>
          </ac:spMkLst>
        </pc:spChg>
        <pc:spChg chg="add del">
          <ac:chgData name="sathvika moturi" userId="adc5efbfa8fe4cfd" providerId="LiveId" clId="{1F82A51C-4E8A-44C2-BF17-CE9FD5EB3537}" dt="2026-06-02T09:39:53.804" v="423" actId="26606"/>
          <ac:spMkLst>
            <pc:docMk/>
            <pc:sldMk cId="4265896321" sldId="265"/>
            <ac:spMk id="23" creationId="{2A6B319F-86FE-4754-878E-06F0804D882B}"/>
          </ac:spMkLst>
        </pc:spChg>
        <pc:spChg chg="add del">
          <ac:chgData name="sathvika moturi" userId="adc5efbfa8fe4cfd" providerId="LiveId" clId="{1F82A51C-4E8A-44C2-BF17-CE9FD5EB3537}" dt="2026-06-02T09:39:53.804" v="423" actId="26606"/>
          <ac:spMkLst>
            <pc:docMk/>
            <pc:sldMk cId="4265896321" sldId="265"/>
            <ac:spMk id="25" creationId="{DCF7D1B5-3477-499F-ACC5-2C8B07F4EDB3}"/>
          </ac:spMkLst>
        </pc:spChg>
        <pc:spChg chg="add">
          <ac:chgData name="sathvika moturi" userId="adc5efbfa8fe4cfd" providerId="LiveId" clId="{1F82A51C-4E8A-44C2-BF17-CE9FD5EB3537}" dt="2026-06-02T09:39:53.818" v="424" actId="26606"/>
          <ac:spMkLst>
            <pc:docMk/>
            <pc:sldMk cId="4265896321" sldId="265"/>
            <ac:spMk id="27" creationId="{DB0D7DD0-1C67-4D4C-9E06-678233DB8468}"/>
          </ac:spMkLst>
        </pc:spChg>
        <pc:spChg chg="add">
          <ac:chgData name="sathvika moturi" userId="adc5efbfa8fe4cfd" providerId="LiveId" clId="{1F82A51C-4E8A-44C2-BF17-CE9FD5EB3537}" dt="2026-06-02T09:39:53.818" v="424" actId="26606"/>
          <ac:spMkLst>
            <pc:docMk/>
            <pc:sldMk cId="4265896321" sldId="265"/>
            <ac:spMk id="28" creationId="{428D436F-9ACD-4C92-AFC8-C934C527A6A4}"/>
          </ac:spMkLst>
        </pc:spChg>
        <pc:spChg chg="add">
          <ac:chgData name="sathvika moturi" userId="adc5efbfa8fe4cfd" providerId="LiveId" clId="{1F82A51C-4E8A-44C2-BF17-CE9FD5EB3537}" dt="2026-06-02T09:39:53.818" v="424" actId="26606"/>
          <ac:spMkLst>
            <pc:docMk/>
            <pc:sldMk cId="4265896321" sldId="265"/>
            <ac:spMk id="29" creationId="{090538E0-A884-4E60-A6AB-77D830E2FCED}"/>
          </ac:spMkLst>
        </pc:spChg>
        <pc:cxnChg chg="add del">
          <ac:chgData name="sathvika moturi" userId="adc5efbfa8fe4cfd" providerId="LiveId" clId="{1F82A51C-4E8A-44C2-BF17-CE9FD5EB3537}" dt="2026-06-02T09:34:57.470" v="296" actId="26606"/>
          <ac:cxnSpMkLst>
            <pc:docMk/>
            <pc:sldMk cId="4265896321" sldId="265"/>
            <ac:cxnSpMk id="11" creationId="{D6206FDC-2777-4D7F-AF9C-73413DA664C9}"/>
          </ac:cxnSpMkLst>
        </pc:cxnChg>
        <pc:cxnChg chg="add del">
          <ac:chgData name="sathvika moturi" userId="adc5efbfa8fe4cfd" providerId="LiveId" clId="{1F82A51C-4E8A-44C2-BF17-CE9FD5EB3537}" dt="2026-06-02T09:39:53.818" v="424" actId="26606"/>
          <ac:cxnSpMkLst>
            <pc:docMk/>
            <pc:sldMk cId="4265896321" sldId="265"/>
            <ac:cxnSpMk id="18" creationId="{1F16A8D4-FE87-4604-88B2-394B5D1EB437}"/>
          </ac:cxnSpMkLst>
        </pc:cxnChg>
      </pc:sldChg>
      <pc:sldChg chg="addSp modSp new mod setBg">
        <pc:chgData name="sathvika moturi" userId="adc5efbfa8fe4cfd" providerId="LiveId" clId="{1F82A51C-4E8A-44C2-BF17-CE9FD5EB3537}" dt="2026-06-02T09:39:36.600" v="421" actId="26606"/>
        <pc:sldMkLst>
          <pc:docMk/>
          <pc:sldMk cId="1451574137" sldId="266"/>
        </pc:sldMkLst>
        <pc:spChg chg="mod">
          <ac:chgData name="sathvika moturi" userId="adc5efbfa8fe4cfd" providerId="LiveId" clId="{1F82A51C-4E8A-44C2-BF17-CE9FD5EB3537}" dt="2026-06-02T09:39:36.600" v="421" actId="26606"/>
          <ac:spMkLst>
            <pc:docMk/>
            <pc:sldMk cId="1451574137" sldId="266"/>
            <ac:spMk id="2" creationId="{5ABB562C-E7A9-1306-A42F-6DD716B3104B}"/>
          </ac:spMkLst>
        </pc:spChg>
        <pc:spChg chg="mod">
          <ac:chgData name="sathvika moturi" userId="adc5efbfa8fe4cfd" providerId="LiveId" clId="{1F82A51C-4E8A-44C2-BF17-CE9FD5EB3537}" dt="2026-06-02T09:39:36.600" v="421" actId="26606"/>
          <ac:spMkLst>
            <pc:docMk/>
            <pc:sldMk cId="1451574137" sldId="266"/>
            <ac:spMk id="3" creationId="{97E6C4EC-864A-B527-603F-8D52EF30C7DA}"/>
          </ac:spMkLst>
        </pc:spChg>
        <pc:spChg chg="add">
          <ac:chgData name="sathvika moturi" userId="adc5efbfa8fe4cfd" providerId="LiveId" clId="{1F82A51C-4E8A-44C2-BF17-CE9FD5EB3537}" dt="2026-06-02T09:39:36.600" v="421" actId="26606"/>
          <ac:spMkLst>
            <pc:docMk/>
            <pc:sldMk cId="1451574137" sldId="266"/>
            <ac:spMk id="8" creationId="{907EF6B7-1338-4443-8C46-6A318D952DFD}"/>
          </ac:spMkLst>
        </pc:spChg>
        <pc:spChg chg="add">
          <ac:chgData name="sathvika moturi" userId="adc5efbfa8fe4cfd" providerId="LiveId" clId="{1F82A51C-4E8A-44C2-BF17-CE9FD5EB3537}" dt="2026-06-02T09:39:36.600" v="421" actId="26606"/>
          <ac:spMkLst>
            <pc:docMk/>
            <pc:sldMk cId="1451574137" sldId="266"/>
            <ac:spMk id="10" creationId="{DAAE4CDD-124C-4DCF-9584-B6033B545DD5}"/>
          </ac:spMkLst>
        </pc:spChg>
        <pc:spChg chg="add">
          <ac:chgData name="sathvika moturi" userId="adc5efbfa8fe4cfd" providerId="LiveId" clId="{1F82A51C-4E8A-44C2-BF17-CE9FD5EB3537}" dt="2026-06-02T09:39:36.600" v="421" actId="26606"/>
          <ac:spMkLst>
            <pc:docMk/>
            <pc:sldMk cId="1451574137" sldId="266"/>
            <ac:spMk id="12" creationId="{081E4A58-353D-44AE-B2FC-2A74E2E400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4B02-0AA1-94DC-C1E6-BB8C8E88E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E4CA8-373C-B83B-578F-653632E23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A351D-DD60-9EF9-DD44-CBD0346D7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0A22D-56BE-8A07-E37A-A4C0E8626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011AD-4870-1AA3-C474-8ADFF8AC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897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DAFA-A99B-E641-AA9C-042E5FA5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CE6EA-6F92-2449-FE26-40F9307E9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C2EDA-B34D-E066-FFA3-3D6E4BA4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12A72-BFCB-A24C-B004-229AD431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2115E-EB8E-A48D-2A17-5F582118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74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1C56-0BA7-149B-2010-BA2E6E0F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86A71-0594-E8C6-1DA5-806C7DD32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73C44-3665-9867-07A1-A2C35E44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5A5A5-423F-465E-4B01-20610601F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6E192-5575-5EBA-E211-A98EADD7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92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8DBAE-1DA7-08E6-1A99-A0CF6451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4C6B4-F09A-B529-ABDB-D7F0CF4B8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74B01-2450-03F7-7228-9975D5F2A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559EC-C3B5-B12D-DBBA-6B2BDCE3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41B66-9AE8-F8AB-9F63-5B726BECC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DBB0B-1E4C-A232-4DA8-964B42BC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82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50BD-98C7-F2A2-BB37-71582E9F3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DF6B0-1C89-CD71-9F45-C28623841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F485B-518E-6BC0-B4C2-5E4181A46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647977-3AB0-E3B0-FEB4-71FC01BBC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B59EB-763A-3713-6E64-4BD9DCD97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8B894-8F95-5BAA-9D17-F71FEE2B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C23D18-C222-72F9-77B7-6BEE6C21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BDB52-EE5A-D2D9-6A11-FDC3F2CE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5B1D-4E92-AAE9-030F-8E943CB8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DA8A1-1563-20E1-D6DF-7CC211FD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A0DA4-448C-8103-7317-5688812B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5FDA1-FAE4-9743-9547-CDD5C345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78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41797-28D2-5287-DE80-D0F5032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32343-473D-5023-6CA9-CB2DDA3F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31268-D697-7EC4-53EC-BEE8692F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66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25D1-DA08-F9F5-FD92-4A1F2035E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C62F9-480C-AC26-0245-67018DA52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C9049-AFA7-51D2-A695-D921FE415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78335-D7EE-FA95-64AD-2C454250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50F98-AC8C-2CDA-5590-5DC4D9A72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B6AB4-DA45-17C0-DC5E-F3CD909A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96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F3AB-1E56-B9C6-09C3-29A7E911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05F5A-83AB-33F4-9545-ABAE4B4C8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21A45-1AFC-7A7D-8B96-69E78BC9B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9404A-DF2B-F105-5495-872FA2DD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55008-7208-6DBA-D966-35698ABD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1DF05-804E-68CE-F309-0F7A38D6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99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7000-B2DD-3F21-8DE5-FAFFF284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69C31-08E5-1922-6F97-C9801D350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DFB01-419D-ABB1-004C-EEC777C5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BAAC7-EA5A-54CC-FD5B-31425C540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19301-0B89-1EB2-BF26-419205F8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93D859-7836-74E8-9981-0AC3E155E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7A786-70B3-D7C5-735C-4FD0FDD5C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10D60-7266-27BD-AEBD-92E2F264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3EA31-37FB-D971-56A0-CDD2E2DA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C8975-25DB-69D7-DAB5-ABC85AFF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16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7BC43-B8A4-A6C2-F054-543B7C28D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09AF0-719E-085A-3238-7B39D0869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7A950-7F4F-BB67-CB66-28963247A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FAD86-1938-4677-930B-F8A3C0067DC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9FEC0-7148-DC90-7198-33EB0BA21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5EFF-C87F-46F0-B3D6-98BD14B9A6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B4EE2-43FB-4209-A604-04AAB7BFE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773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63BFE-3A78-B4BB-7523-16B106922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IN" sz="5100"/>
              <a:t>TASK 4:Data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2AD9D-69ED-7EA1-286D-80F1021E0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IN" sz="2000"/>
              <a:t>Name: Sathvika Moturi </a:t>
            </a:r>
          </a:p>
          <a:p>
            <a:r>
              <a:rPr lang="en-IN" sz="2000"/>
              <a:t>Internship: Data Analytics </a:t>
            </a:r>
          </a:p>
          <a:p>
            <a:r>
              <a:rPr lang="en-IN" sz="2000"/>
              <a:t>Internship Organization: </a:t>
            </a:r>
            <a:r>
              <a:rPr lang="en-IN" sz="2000" err="1"/>
              <a:t>ApexPlanet</a:t>
            </a:r>
            <a:r>
              <a:rPr lang="en-IN" sz="2000"/>
              <a:t> Software </a:t>
            </a:r>
            <a:r>
              <a:rPr lang="en-IN" sz="2000" err="1"/>
              <a:t>Pvt.</a:t>
            </a:r>
            <a:r>
              <a:rPr lang="en-IN" sz="2000"/>
              <a:t> Ltd.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8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EAF4D-8D9A-29EB-A4F2-01EE42069EC8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Dataset Overview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Employee Dataset  Attributes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Employee ID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Name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Age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Department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Salary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Experience Years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Performance Score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City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Dataset Size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Total Employees: 10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Departments: Sales, IT, HR, Finance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Objective: </a:t>
            </a:r>
            <a:r>
              <a:rPr lang="en-US"/>
              <a:t>To analyze employee data and derive meaningful business insights through interactive dashboards and statistical analysis.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BA632-189C-FFB8-8604-984898781BD9}"/>
              </a:ext>
            </a:extLst>
          </p:cNvPr>
          <p:cNvSpPr txBox="1"/>
          <p:nvPr/>
        </p:nvSpPr>
        <p:spPr>
          <a:xfrm>
            <a:off x="176463" y="385011"/>
            <a:ext cx="8446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71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98A4F-5DC4-7A9A-30FB-B3498CEDC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Overview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AA5FC5B-CCE4-1F69-AF27-637914C2F00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7" r="16017"/>
          <a:stretch>
            <a:fillRect/>
          </a:stretch>
        </p:blipFill>
        <p:spPr>
          <a:xfrm>
            <a:off x="576244" y="1087144"/>
            <a:ext cx="5628018" cy="445084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ADACD-B32C-9FA3-3EEB-965756A65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9012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/>
              <a:t>Dashboard Components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/>
              <a:t>Employees by Department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/>
              <a:t>Performance Score Analysis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/>
              <a:t>Department Distribution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/>
              <a:t>Experience vs Salary Analysis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1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10B07-CEA2-657C-53CA-81D1F721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Department Analysis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523E31-6227-4E83-B300-15339A6E3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361515"/>
            <a:ext cx="4777381" cy="396522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8EBDF-7251-5A96-BED5-6C2CE44BD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Findings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Sales Department: 3 Employees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IT Department: 3 Employees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HR Department: 2 Employees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Finance Department: 2 Employees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Insight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Sales and IT departments have the largest workforce representation, accounting for 60% of total employees.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6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BA369-8013-0054-74B4-B01CEA75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Employee Performance Analysis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1A4500-C89B-4A76-A0FD-F88EA2F87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875084"/>
            <a:ext cx="4777381" cy="293808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A9C7-60AD-BA3A-5454-982C70710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Key Findings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Top Performers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Kiran – 92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Arjun – 90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Ramesh – 89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Improvement Opportunity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Meena – 68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/>
              <a:t>Insight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Most employees scored above 80, indicating strong overall workforce productivity.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17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22CFE-8CF8-A23F-6322-46A3C17C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Workforce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C54F4-2F48-701C-F741-F193D8491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6168" y="2057400"/>
            <a:ext cx="3932237" cy="3811588"/>
          </a:xfrm>
        </p:spPr>
        <p:txBody>
          <a:bodyPr>
            <a:normAutofit/>
          </a:bodyPr>
          <a:lstStyle/>
          <a:p>
            <a:r>
              <a:rPr lang="en-IN" sz="2400" dirty="0"/>
              <a:t>Department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DA73C-D59D-4C8F-B8D2-F3892C7FE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942" y="987425"/>
            <a:ext cx="4680692" cy="48736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4FED1C-E357-BEF4-FD05-524D4014F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220985"/>
              </p:ext>
            </p:extLst>
          </p:nvPr>
        </p:nvGraphicFramePr>
        <p:xfrm>
          <a:off x="838200" y="2679033"/>
          <a:ext cx="3653590" cy="1957135"/>
        </p:xfrm>
        <a:graphic>
          <a:graphicData uri="http://schemas.openxmlformats.org/drawingml/2006/table">
            <a:tbl>
              <a:tblPr/>
              <a:tblGrid>
                <a:gridCol w="1483777">
                  <a:extLst>
                    <a:ext uri="{9D8B030D-6E8A-4147-A177-3AD203B41FA5}">
                      <a16:colId xmlns:a16="http://schemas.microsoft.com/office/drawing/2014/main" val="1246200305"/>
                    </a:ext>
                  </a:extLst>
                </a:gridCol>
                <a:gridCol w="2169813">
                  <a:extLst>
                    <a:ext uri="{9D8B030D-6E8A-4147-A177-3AD203B41FA5}">
                      <a16:colId xmlns:a16="http://schemas.microsoft.com/office/drawing/2014/main" val="2886668589"/>
                    </a:ext>
                  </a:extLst>
                </a:gridCol>
              </a:tblGrid>
              <a:tr h="39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Percentage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83041"/>
                  </a:ext>
                </a:extLst>
              </a:tr>
              <a:tr h="39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192441"/>
                  </a:ext>
                </a:extLst>
              </a:tr>
              <a:tr h="39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573182"/>
                  </a:ext>
                </a:extLst>
              </a:tr>
              <a:tr h="39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51270"/>
                  </a:ext>
                </a:extLst>
              </a:tr>
              <a:tr h="391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6912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0FBAB2-B50C-DBE8-4C2C-7CCBF2E89D27}"/>
              </a:ext>
            </a:extLst>
          </p:cNvPr>
          <p:cNvSpPr txBox="1"/>
          <p:nvPr/>
        </p:nvSpPr>
        <p:spPr>
          <a:xfrm>
            <a:off x="838200" y="5021179"/>
            <a:ext cx="4295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Insight</a:t>
            </a:r>
          </a:p>
          <a:p>
            <a:r>
              <a:rPr lang="en-IN" dirty="0"/>
              <a:t>The workforce is fairly balanced across departments.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03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A2394-499E-C0CD-47DF-85DE79EB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Experience vs Salary Analysis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DD588-4DF6-375D-DE9E-4366002AE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500" b="1"/>
              <a:t>Findings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/>
              <a:t>Salary increases as experience increases.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/>
              <a:t>Employees with 7–8 years of experience earn the highest salaries.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/>
              <a:t>No major salary outliers detected.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500" b="1"/>
              <a:t>Insight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500"/>
              <a:t>A strong positive relationship exists between experience and compensation.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5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9115C4-9545-419F-88D8-A1CB08AB8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3" r="16053"/>
          <a:stretch>
            <a:fillRect/>
          </a:stretch>
        </p:blipFill>
        <p:spPr>
          <a:xfrm>
            <a:off x="5308794" y="640080"/>
            <a:ext cx="559472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890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571BA-09CA-1F3A-2B27-B5C186E4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wrap="square">
            <a:normAutofit/>
          </a:bodyPr>
          <a:lstStyle/>
          <a:p>
            <a:pPr algn="ctr"/>
            <a:r>
              <a:rPr lang="en-IN" sz="1500">
                <a:solidFill>
                  <a:srgbClr val="FFFFFF"/>
                </a:solidFill>
                <a:highlight>
                  <a:srgbClr val="C0C0C0"/>
                </a:highlight>
              </a:rPr>
              <a:t>Statistical Validation</a:t>
            </a:r>
            <a:br>
              <a:rPr lang="en-IN" sz="1500">
                <a:solidFill>
                  <a:srgbClr val="FFFFFF"/>
                </a:solidFill>
                <a:highlight>
                  <a:srgbClr val="C0C0C0"/>
                </a:highlight>
              </a:rPr>
            </a:br>
            <a:r>
              <a:rPr lang="en-IN" sz="1500">
                <a:solidFill>
                  <a:srgbClr val="FFFFFF"/>
                </a:solidFill>
                <a:highlight>
                  <a:srgbClr val="C0C0C0"/>
                </a:highlight>
              </a:rPr>
              <a:t>&amp;</a:t>
            </a:r>
            <a:br>
              <a:rPr lang="en-IN" sz="1500">
                <a:solidFill>
                  <a:srgbClr val="FFFFFF"/>
                </a:solidFill>
                <a:highlight>
                  <a:srgbClr val="C0C0C0"/>
                </a:highlight>
              </a:rPr>
            </a:br>
            <a:r>
              <a:rPr lang="en-IN" sz="1500">
                <a:solidFill>
                  <a:srgbClr val="FFFFFF"/>
                </a:solidFill>
                <a:highlight>
                  <a:srgbClr val="C0C0C0"/>
                </a:highlight>
              </a:rPr>
              <a:t>Key Business Insights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D6641-9CCD-A1A9-E114-E19A5C313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4536" y="640080"/>
            <a:ext cx="5053066" cy="2546604"/>
          </a:xfrm>
        </p:spPr>
        <p:txBody>
          <a:bodyPr>
            <a:normAutofit/>
          </a:bodyPr>
          <a:lstStyle/>
          <a:p>
            <a:r>
              <a:rPr lang="en-IN" sz="800" b="1"/>
              <a:t>Business Hypothesis</a:t>
            </a:r>
          </a:p>
          <a:p>
            <a:r>
              <a:rPr lang="en-IN" sz="800" b="1"/>
              <a:t>Null Hypothesis (H₀)</a:t>
            </a:r>
          </a:p>
          <a:p>
            <a:pPr marL="0" indent="0">
              <a:buNone/>
            </a:pPr>
            <a:r>
              <a:rPr lang="en-IN" sz="800"/>
              <a:t>Employee experience does not significantly affect salary.</a:t>
            </a:r>
          </a:p>
          <a:p>
            <a:r>
              <a:rPr lang="en-IN" sz="800" b="1"/>
              <a:t>Alternative Hypothesis (H₁)</a:t>
            </a:r>
          </a:p>
          <a:p>
            <a:pPr marL="0" indent="0">
              <a:buNone/>
            </a:pPr>
            <a:r>
              <a:rPr lang="en-IN" sz="800"/>
              <a:t>Employee experience significantly </a:t>
            </a:r>
          </a:p>
          <a:p>
            <a:pPr marL="0" indent="0">
              <a:buNone/>
            </a:pPr>
            <a:r>
              <a:rPr lang="en-IN" sz="800"/>
              <a:t>affects salary.</a:t>
            </a:r>
          </a:p>
          <a:p>
            <a:r>
              <a:rPr lang="en-IN" sz="800" b="1"/>
              <a:t>Statistical Test</a:t>
            </a:r>
          </a:p>
          <a:p>
            <a:pPr marL="0" indent="0">
              <a:buNone/>
            </a:pPr>
            <a:r>
              <a:rPr lang="en-IN" sz="800"/>
              <a:t>Independent T-Test / Correlation Analysis</a:t>
            </a:r>
          </a:p>
          <a:p>
            <a:r>
              <a:rPr lang="en-IN" sz="800" b="1"/>
              <a:t>Purpose:</a:t>
            </a:r>
            <a:br>
              <a:rPr lang="en-IN" sz="800"/>
            </a:br>
            <a:endParaRPr lang="en-IN" sz="800"/>
          </a:p>
          <a:p>
            <a:pPr marL="0" indent="0">
              <a:buNone/>
            </a:pPr>
            <a:r>
              <a:rPr lang="en-IN" sz="800"/>
              <a:t>To validate the observed relationship between experience and salary.</a:t>
            </a:r>
          </a:p>
          <a:p>
            <a:endParaRPr lang="en-IN" sz="8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74CE3-9B7F-F815-757C-99013761E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204" y="3671315"/>
            <a:ext cx="5057398" cy="2546605"/>
          </a:xfrm>
        </p:spPr>
        <p:txBody>
          <a:bodyPr>
            <a:normAutofit/>
          </a:bodyPr>
          <a:lstStyle/>
          <a:p>
            <a:r>
              <a:rPr lang="en-IN" sz="800" b="1"/>
              <a:t>Insight 1</a:t>
            </a:r>
          </a:p>
          <a:p>
            <a:pPr marL="0" indent="0">
              <a:buNone/>
            </a:pPr>
            <a:r>
              <a:rPr lang="en-IN" sz="800"/>
              <a:t>Sales and IT are the largest departments.</a:t>
            </a:r>
          </a:p>
          <a:p>
            <a:r>
              <a:rPr lang="en-IN" sz="800" b="1"/>
              <a:t>Insight 2</a:t>
            </a:r>
          </a:p>
          <a:p>
            <a:pPr marL="0" indent="0">
              <a:buNone/>
            </a:pPr>
            <a:r>
              <a:rPr lang="en-IN" sz="800"/>
              <a:t>Employee performance is generally high across the organization.</a:t>
            </a:r>
          </a:p>
          <a:p>
            <a:r>
              <a:rPr lang="en-IN" sz="800" b="1"/>
              <a:t>Insight 3</a:t>
            </a:r>
          </a:p>
          <a:p>
            <a:pPr marL="0" indent="0">
              <a:buNone/>
            </a:pPr>
            <a:r>
              <a:rPr lang="en-IN" sz="800"/>
              <a:t>Experience strongly influences salary growth.</a:t>
            </a:r>
          </a:p>
          <a:p>
            <a:r>
              <a:rPr lang="en-IN" sz="800" b="1"/>
              <a:t>Insight 4</a:t>
            </a:r>
          </a:p>
          <a:p>
            <a:pPr marL="0" indent="0">
              <a:buNone/>
            </a:pPr>
            <a:r>
              <a:rPr lang="en-IN" sz="800"/>
              <a:t>Top performers can serve as mentors for other employees.</a:t>
            </a:r>
          </a:p>
          <a:p>
            <a:r>
              <a:rPr lang="en-IN" sz="800" b="1"/>
              <a:t>Insight 5</a:t>
            </a:r>
          </a:p>
          <a:p>
            <a:pPr marL="0" indent="0">
              <a:buNone/>
            </a:pPr>
            <a:r>
              <a:rPr lang="en-IN" sz="800"/>
              <a:t>Training initiatives can improve lower-performing employees.</a:t>
            </a:r>
          </a:p>
          <a:p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4265896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B562C-E7A9-1306-A42F-6DD716B31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6C4EC-864A-B527-603F-8D52EF30C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dirty="0"/>
              <a:t>The dashboard analysis reveals a productive workforce with balanced departmental distribution and a clear positive relationship between experience and salary. Data-driven decision-making can help improve employee performance, optimize compensation strategies, and support organizational growth.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                                           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574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380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TASK 4:Data Storytelling &amp; Statistical Validation</vt:lpstr>
      <vt:lpstr>PowerPoint Presentation</vt:lpstr>
      <vt:lpstr>Dashboard Overview</vt:lpstr>
      <vt:lpstr>Department Analysis</vt:lpstr>
      <vt:lpstr>Employee Performance Analysis</vt:lpstr>
      <vt:lpstr>Workforce Distribution</vt:lpstr>
      <vt:lpstr>Experience vs Salary Analysis</vt:lpstr>
      <vt:lpstr>Statistical Validation &amp; Key Business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sathvika moturi</dc:creator>
  <cp:lastModifiedBy>sathvika moturi</cp:lastModifiedBy>
  <cp:revision>1</cp:revision>
  <dcterms:created xsi:type="dcterms:W3CDTF">2026-06-02T09:14:15Z</dcterms:created>
  <dcterms:modified xsi:type="dcterms:W3CDTF">2026-06-02T09:41:20Z</dcterms:modified>
</cp:coreProperties>
</file>